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86868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/private/tmp/claude-501/-Users-fting-Bridgeway/a58af443-a38d-4864-904a-2389bce5a066/scratchpad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8978" y="868680"/>
            <a:ext cx="1083564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146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HongShing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1371600" y="35204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3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phone-first loyalty &amp; pickup-ordering platform for restaurants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7B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  ·  Bridgeway Innovations  ·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every table into a rewards member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QR code on every table and receipt. Diners join in about ten seconds — just a phone number.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2514600"/>
            <a:ext cx="502920" cy="50292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24688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10-second signup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8346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only — no app, no password.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657600"/>
            <a:ext cx="502920" cy="50292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36118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customers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9776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 list is yours, not a delivery app's.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800600"/>
            <a:ext cx="502920" cy="50292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7548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built 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51206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QR placement drives each signup.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25712" y="1170432"/>
            <a:ext cx="2231136" cy="4690872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0" descr="/Users/fting/Bridgeway/HongShing/docs/walkthrough/img/01-customer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234440"/>
            <a:ext cx="2103120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three surfaces</a:t>
            </a:r>
            <a:endParaRPr lang="en-US" sz="3400" dirty="0"/>
          </a:p>
        </p:txBody>
      </p:sp>
      <p:pic>
        <p:nvPicPr>
          <p:cNvPr id="3" name="Image 0" descr="/private/tmp/claude-501/-Users-fting-Bridgeway/a58af443-a38d-4864-904a-2389bce5a066/scratchpad/deck/diagram-1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7463" y="1508760"/>
            <a:ext cx="7946593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779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restaurant profile configures the backend and all three apps.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that brings diners back</a:t>
            </a:r>
            <a:endParaRPr lang="en-US" sz="3400" dirty="0"/>
          </a:p>
        </p:txBody>
      </p:sp>
      <p:pic>
        <p:nvPicPr>
          <p:cNvPr id="3" name="Image 0" descr="/private/tmp/claude-501/-Users-fting-Bridgeway/a58af443-a38d-4864-904a-2389bce5a066/scratchpad/deck/diagram-2-loyalty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11680"/>
            <a:ext cx="10369296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→ join → reward → order → return. The reward is the reason to come back.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is attributed</a:t>
            </a:r>
            <a:endParaRPr lang="en-US" sz="3400" dirty="0"/>
          </a:p>
        </p:txBody>
      </p:sp>
      <p:pic>
        <p:nvPicPr>
          <p:cNvPr id="3" name="Image 0" descr="/private/tmp/claude-501/-Users-fting-Bridgeway/a58af443-a38d-4864-904a-2389bce5a066/scratchpad/deck/diagram-3-qr-at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1737360"/>
            <a:ext cx="9948672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559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QR placement carries its own code, so you see what actually drives signups — ROI for free.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in ten seconds — no app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139696" y="1536192"/>
            <a:ext cx="2103120" cy="44256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4" name="Image 0" descr="/Users/fting/Bridgeway/HongShing/docs/walkthrough/img/01-customer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3704" y="1600200"/>
            <a:ext cx="1975104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37944" y="6025896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→ branded menu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0" y="1536192"/>
            <a:ext cx="2103120" cy="44256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/Users/fting/Bridgeway/HongShing/docs/walkthrough/img/02-customer-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600200"/>
            <a:ext cx="1975104" cy="4297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27448" y="6025896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phone number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918704" y="1536192"/>
            <a:ext cx="2103120" cy="44256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2" descr="/Users/fting/Bridgeway/HongShing/docs/walkthrough/img/03-customer-ot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1600200"/>
            <a:ext cx="1975104" cy="42976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16952" y="6025896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text code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pickup, earn the reward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139696" y="1536192"/>
            <a:ext cx="2103120" cy="44256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4" name="Image 0" descr="/Users/fting/Bridgeway/HongShing/docs/walkthrough/img/05-customer-rew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3704" y="1600200"/>
            <a:ext cx="1975104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37944" y="6025896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reward, ready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0" y="1536192"/>
            <a:ext cx="2103120" cy="44256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/Users/fting/Bridgeway/HongShing/docs/walkthrough/img/07-customer-c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600200"/>
            <a:ext cx="1975104" cy="4297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27448" y="6025896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with tax + total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918704" y="1536192"/>
            <a:ext cx="2103120" cy="44256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2" descr="/Users/fting/Bridgeway/HongShing/docs/walkthrough/img/08-customer-order-confirm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1600200"/>
            <a:ext cx="1975104" cy="42976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16952" y="6025896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 — texted updates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what's working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76072" y="1444752"/>
            <a:ext cx="6519672" cy="4791456"/>
          </a:xfrm>
          <a:prstGeom prst="roundRect">
            <a:avLst>
              <a:gd name="adj" fmla="val 114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4" name="Image 0" descr="/Users/fting/Bridgeway/HongShing/docs/walkthrough/img/21-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6391656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20116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that proves ROI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498080" y="288036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shows scans, signups, rewards, orders and revenue at a glance — plus a top-sources breakdown that reveals which QR placement drove each signup. That's the number that justifies the program.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whole program in one place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67512" y="1856232"/>
            <a:ext cx="5248656" cy="3328416"/>
          </a:xfrm>
          <a:prstGeom prst="roundRect">
            <a:avLst>
              <a:gd name="adj" fmla="val 164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4" name="Image 0" descr="/Users/fting/Bridgeway/HongShing/docs/walkthrough/img/24-admin-qr-campaig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512064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24865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printable QR codes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245352" y="1856232"/>
            <a:ext cx="5248656" cy="3328416"/>
          </a:xfrm>
          <a:prstGeom prst="roundRect">
            <a:avLst>
              <a:gd name="adj" fmla="val 164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/Users/fting/Bridgeway/HongShing/docs/walkthrough/img/22-admin-custom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920240"/>
            <a:ext cx="5120640" cy="3200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09360" y="524865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member, searchable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dead-simple kiosk for staff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76072" y="1490472"/>
            <a:ext cx="7443216" cy="4700016"/>
          </a:xfrm>
          <a:prstGeom prst="roundRect">
            <a:avLst>
              <a:gd name="adj" fmla="val 11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4" name="Image 0" descr="/Users/fting/Bridgeway/HongShing/docs/walkthrough/img/31-storefront-or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73152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66760" y="2011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any tablet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366760" y="283464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queue moves New → Preparing → Ready. A new pickup order appears within seconds, and the diner is texted at each step. Pair the device with a one-time PIN — no staff accounts, no POS integration needed.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Restaurant-in-a-box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profile → a fully branded, isolated deployment for any restaurant.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FDECE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branded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34290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name, colours, logo and menu — not a generic app.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228600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FDECE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data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09160" y="34290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 list and every order are yours to keep.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0" y="228600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FDECE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49640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or owned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549640" y="34290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 it for you, or hand it over on your own domain.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F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100584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pic>
        <p:nvPicPr>
          <p:cNvPr id="3" name="Image 0" descr="/private/tmp/claude-501/-Users-fting-Bridgeway/a58af443-a38d-4864-904a-2389bce5a066/scratchpad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9572" y="1005840"/>
            <a:ext cx="722376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put HongShing on every table.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9319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3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Bridgeway Innovations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3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daniel.chen@bridgewayinnovations.ca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HongShing — Product Demo</dc:title>
  <dc:subject>PptxGenJS Presentation</dc:subject>
  <dc:creator>Bridgeway Innovations</dc:creator>
  <cp:lastModifiedBy>Bridgeway Innovations</cp:lastModifiedBy>
  <cp:revision>1</cp:revision>
  <dcterms:created xsi:type="dcterms:W3CDTF">2026-07-01T19:17:09Z</dcterms:created>
  <dcterms:modified xsi:type="dcterms:W3CDTF">2026-07-01T19:17:09Z</dcterms:modified>
</cp:coreProperties>
</file>